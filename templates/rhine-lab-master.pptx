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AF024-7741-3979-7ACA-9B1EF326D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D13FF9-7D92-4C08-9B38-DB90FDA42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08A59-9696-7D63-D619-972B7D3C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615DE-48CF-D4F5-69EA-65A99D1D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50324-2A80-BBA8-D04F-9EF4A750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52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DCE28-D2EF-CFD2-011F-F0D64BA0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BF3840-B454-62E5-2C88-A36A1CC30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19ADD9-C558-15ED-BAFF-54BAF7FF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FAE14-3989-F8EE-8682-079A5B12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AC510-DFFD-3C1A-C4DB-1AF42D28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57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D1329-9E94-C3E3-A02D-7B66618E3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EC6A71-860F-A0E2-655E-551B58526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BFE18A-BC29-1C89-2898-85BB26BFF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613FAF-0BF6-DB14-4B3E-2E9B211A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C63EE-2BFD-71D2-80B4-2BA7140E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70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BCAF0-2DC3-3A65-A37F-FC51371A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47A38-50A5-9776-97EA-774AE8E34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100B7-702A-7615-8145-31B26EE64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82EC4C-F909-EDEB-6555-17E4C80D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023929-B049-9FC9-D939-35D98603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4FA00-5A00-43F4-2355-3EA76B7A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0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D1A02-5C1A-F571-C820-8C6AABED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9FC19B-68E0-A393-DDA5-7FAF8F98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C201D6-5847-3059-9967-1BDEBBACD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337138-812D-AD2C-F6D8-247ADB6FD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0D3A7A-6A2F-89E9-4BB5-77435CA71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53E75D-7AF8-F60E-1929-8CC7F0A0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322ABD-A2AE-FAED-D3FC-CCED0950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89E4C4-6BF0-C14A-DC24-4B0BA16D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80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9BD67-B362-9609-E8BE-1169492A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C9E020-4400-EDBA-8F70-771A1F6C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742D80-7753-6A89-9C14-7E0CFD7B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494AA-8E7C-4E34-0C5F-226A3A09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66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34D657-2C1A-5EEA-90E3-35D55D69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6AF6D5-8985-505C-A9D8-F6EFCC2B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ABEFED-F64A-CF32-AC14-C1A60C2B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60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8B545-9D2A-6879-607F-2D0A5FC8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DA950-C4EC-5CD4-4DBA-F7DB5F1E4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10566B-9944-58A6-6757-E87581DCA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FA8E7-60BC-333B-729D-D975D70B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2F3B1E-7BFD-A22B-4803-AC1A9109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2496A-64B8-EE9E-C481-9268A176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9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DE136-41D6-DA3D-FE85-C7C0F693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CDE6CE-1867-1A29-B484-C824AFCF4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943DD-3B12-FC25-3995-DF824D3D4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B7E6AB-01CB-F739-D9E4-0FA8A6D1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FFEB44-326C-1A63-96C1-6586F3B6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C6F61C-55D8-A840-28ED-3424DB9D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5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49447-B8EC-0C42-9E2A-2720D7460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71E469-E121-329D-A163-AD23EBF1B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A360F-A1BB-83D4-086E-4F859E05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E3165F-4524-3E7E-3117-63DC71CB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DBF9A-9F52-F7E2-EBB5-566FB7EA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00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D2F740-B8D9-79A4-1E16-CED29333B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87C9AF-1AEC-38F7-4D3B-E7807208C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32BCA-55BD-C235-34D4-1CB07F9C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93FBC-1EA7-73B2-7458-47C55029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A6551-196E-D474-62BE-F2D2D99E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55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BA9729-A34A-4E6D-5359-EBF615D0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B87B5E-B62E-EB9E-82D6-610C40E5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1D80E-6A9D-022D-6BD8-83FD9DF6A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3BAAE-8D3F-4339-8EE1-CFC692F25F7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A5DE39-5396-60A2-C41B-27770EE65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59CCA-9CA5-1A2A-565F-3E030450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97998-AFEC-4636-B577-9449664F42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00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1D7B329D-1228-1C83-FCB4-A27C684F67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A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ingO">
            <a:extLst>
              <a:ext uri="{FF2B5EF4-FFF2-40B4-BE49-F238E27FC236}">
                <a16:creationId xmlns:a16="http://schemas.microsoft.com/office/drawing/2014/main" id="{7F527DE3-860D-7EE4-024D-68C33CB58FA7}"/>
              </a:ext>
            </a:extLst>
          </p:cNvPr>
          <p:cNvSpPr/>
          <p:nvPr/>
        </p:nvSpPr>
        <p:spPr>
          <a:xfrm>
            <a:off x="7772400" y="1549400"/>
            <a:ext cx="5054600" cy="5054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ingI">
            <a:extLst>
              <a:ext uri="{FF2B5EF4-FFF2-40B4-BE49-F238E27FC236}">
                <a16:creationId xmlns:a16="http://schemas.microsoft.com/office/drawing/2014/main" id="{6D7F4342-603A-3A14-E3D1-29EFEBB9EEB5}"/>
              </a:ext>
            </a:extLst>
          </p:cNvPr>
          <p:cNvSpPr/>
          <p:nvPr/>
        </p:nvSpPr>
        <p:spPr>
          <a:xfrm>
            <a:off x="8382000" y="2159000"/>
            <a:ext cx="3835400" cy="3835400"/>
          </a:xfrm>
          <a:prstGeom prst="ellipse">
            <a:avLst/>
          </a:prstGeom>
          <a:solidFill>
            <a:srgbClr val="FFFFFF">
              <a:alpha val="3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mark1">
            <a:extLst>
              <a:ext uri="{FF2B5EF4-FFF2-40B4-BE49-F238E27FC236}">
                <a16:creationId xmlns:a16="http://schemas.microsoft.com/office/drawing/2014/main" id="{BEE5C464-2B75-78EE-C06B-ED610BBFE721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151515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mark2">
            <a:extLst>
              <a:ext uri="{FF2B5EF4-FFF2-40B4-BE49-F238E27FC236}">
                <a16:creationId xmlns:a16="http://schemas.microsoft.com/office/drawing/2014/main" id="{B235A50E-A5F6-67A3-443C-10C63EC86325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151515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mark3">
            <a:extLst>
              <a:ext uri="{FF2B5EF4-FFF2-40B4-BE49-F238E27FC236}">
                <a16:creationId xmlns:a16="http://schemas.microsoft.com/office/drawing/2014/main" id="{D9D77A1A-1044-A983-0D74-B2B9CF66C43F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151515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ctick">
            <a:extLst>
              <a:ext uri="{FF2B5EF4-FFF2-40B4-BE49-F238E27FC236}">
                <a16:creationId xmlns:a16="http://schemas.microsoft.com/office/drawing/2014/main" id="{4546C711-D765-B787-95CE-9582052CB00D}"/>
              </a:ext>
            </a:extLst>
          </p:cNvPr>
          <p:cNvSpPr/>
          <p:nvPr/>
        </p:nvSpPr>
        <p:spPr>
          <a:xfrm>
            <a:off x="4521200" y="3098800"/>
            <a:ext cx="330200" cy="330200"/>
          </a:xfrm>
          <a:prstGeom prst="rect">
            <a:avLst/>
          </a:prstGeom>
          <a:solidFill>
            <a:srgbClr val="C0A1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ctitle">
            <a:extLst>
              <a:ext uri="{FF2B5EF4-FFF2-40B4-BE49-F238E27FC236}">
                <a16:creationId xmlns:a16="http://schemas.microsoft.com/office/drawing/2014/main" id="{D59F3C04-A2C7-1474-DE46-2B8149BF4909}"/>
              </a:ext>
            </a:extLst>
          </p:cNvPr>
          <p:cNvSpPr txBox="1"/>
          <p:nvPr/>
        </p:nvSpPr>
        <p:spPr>
          <a:xfrm>
            <a:off x="5080000" y="28702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50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标 题 内 容 </a:t>
            </a:r>
          </a:p>
        </p:txBody>
      </p:sp>
      <p:sp>
        <p:nvSpPr>
          <p:cNvPr id="10" name="csub">
            <a:extLst>
              <a:ext uri="{FF2B5EF4-FFF2-40B4-BE49-F238E27FC236}">
                <a16:creationId xmlns:a16="http://schemas.microsoft.com/office/drawing/2014/main" id="{253BF0C2-8497-6ED3-0640-5DCAEEE856CD}"/>
              </a:ext>
            </a:extLst>
          </p:cNvPr>
          <p:cNvSpPr txBox="1"/>
          <p:nvPr/>
        </p:nvSpPr>
        <p:spPr>
          <a:xfrm>
            <a:off x="5080000" y="39116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6B6A66"/>
                </a:solidFill>
                <a:latin typeface="Arial Narrow" panose="020B0606020202030204" pitchFamily="34" charset="0"/>
              </a:rPr>
              <a:t>S U B T I T L E     /     </a:t>
            </a:r>
            <a:r>
              <a:rPr lang="zh-CN" altLang="en-US" sz="1200">
                <a:solidFill>
                  <a:srgbClr val="6B6A66"/>
                </a:solidFill>
                <a:latin typeface="Arial Narrow" panose="020B0606020202030204" pitchFamily="34" charset="0"/>
              </a:rPr>
              <a:t>副 标 题 占 位 </a:t>
            </a: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CF7BA214-F278-D252-EBFC-5D991CA3BBEF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151515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footerbar">
            <a:extLst>
              <a:ext uri="{FF2B5EF4-FFF2-40B4-BE49-F238E27FC236}">
                <a16:creationId xmlns:a16="http://schemas.microsoft.com/office/drawing/2014/main" id="{3F696310-F2BE-D2F1-0D18-CE75F7616E6C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60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20AB980C-1B12-894F-B2B6-33060F637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A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mark1">
            <a:extLst>
              <a:ext uri="{FF2B5EF4-FFF2-40B4-BE49-F238E27FC236}">
                <a16:creationId xmlns:a16="http://schemas.microsoft.com/office/drawing/2014/main" id="{34CE2636-FD36-E854-222C-F3469AC26297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151515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mark2">
            <a:extLst>
              <a:ext uri="{FF2B5EF4-FFF2-40B4-BE49-F238E27FC236}">
                <a16:creationId xmlns:a16="http://schemas.microsoft.com/office/drawing/2014/main" id="{3213F193-A141-7715-079D-48037C53AEAF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151515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mark3">
            <a:extLst>
              <a:ext uri="{FF2B5EF4-FFF2-40B4-BE49-F238E27FC236}">
                <a16:creationId xmlns:a16="http://schemas.microsoft.com/office/drawing/2014/main" id="{CB790DC2-D7E3-91AC-5E7E-10E9FCDC113F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151515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akick">
            <a:extLst>
              <a:ext uri="{FF2B5EF4-FFF2-40B4-BE49-F238E27FC236}">
                <a16:creationId xmlns:a16="http://schemas.microsoft.com/office/drawing/2014/main" id="{6749FF62-2D46-22C3-488D-922C59578E58}"/>
              </a:ext>
            </a:extLst>
          </p:cNvPr>
          <p:cNvSpPr txBox="1"/>
          <p:nvPr/>
        </p:nvSpPr>
        <p:spPr>
          <a:xfrm>
            <a:off x="609600" y="1905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I N D E X       /       </a:t>
            </a:r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目 录 </a:t>
            </a:r>
          </a:p>
        </p:txBody>
      </p:sp>
      <p:sp>
        <p:nvSpPr>
          <p:cNvPr id="7" name="atitle">
            <a:extLst>
              <a:ext uri="{FF2B5EF4-FFF2-40B4-BE49-F238E27FC236}">
                <a16:creationId xmlns:a16="http://schemas.microsoft.com/office/drawing/2014/main" id="{82150FF4-BF51-9B02-BA90-D3B23346433F}"/>
              </a:ext>
            </a:extLst>
          </p:cNvPr>
          <p:cNvSpPr txBox="1"/>
          <p:nvPr/>
        </p:nvSpPr>
        <p:spPr>
          <a:xfrm>
            <a:off x="609600" y="2235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800">
                <a:solidFill>
                  <a:srgbClr val="15151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内 容 目 录 </a:t>
            </a:r>
          </a:p>
        </p:txBody>
      </p:sp>
      <p:sp>
        <p:nvSpPr>
          <p:cNvPr id="8" name="arule">
            <a:extLst>
              <a:ext uri="{FF2B5EF4-FFF2-40B4-BE49-F238E27FC236}">
                <a16:creationId xmlns:a16="http://schemas.microsoft.com/office/drawing/2014/main" id="{E465A9BB-36A7-05AC-60E1-DEB2FBD849AA}"/>
              </a:ext>
            </a:extLst>
          </p:cNvPr>
          <p:cNvSpPr/>
          <p:nvPr/>
        </p:nvSpPr>
        <p:spPr>
          <a:xfrm>
            <a:off x="609600" y="3124200"/>
            <a:ext cx="10972800" cy="12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no1">
            <a:extLst>
              <a:ext uri="{FF2B5EF4-FFF2-40B4-BE49-F238E27FC236}">
                <a16:creationId xmlns:a16="http://schemas.microsoft.com/office/drawing/2014/main" id="{D0A156A9-3A8B-655F-D287-481EDB3EBF6D}"/>
              </a:ext>
            </a:extLst>
          </p:cNvPr>
          <p:cNvSpPr txBox="1"/>
          <p:nvPr/>
        </p:nvSpPr>
        <p:spPr>
          <a:xfrm>
            <a:off x="609600" y="3606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C0A15F"/>
                </a:solidFill>
                <a:latin typeface="Bahnschrift" panose="020B0502040204020203" pitchFamily="34" charset="0"/>
              </a:rPr>
              <a:t>0 1 </a:t>
            </a:r>
            <a:endParaRPr lang="zh-CN" altLang="en-US" sz="2200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zh1">
            <a:extLst>
              <a:ext uri="{FF2B5EF4-FFF2-40B4-BE49-F238E27FC236}">
                <a16:creationId xmlns:a16="http://schemas.microsoft.com/office/drawing/2014/main" id="{59D13387-64FA-80ED-5AE4-7BB695EAC98E}"/>
              </a:ext>
            </a:extLst>
          </p:cNvPr>
          <p:cNvSpPr txBox="1"/>
          <p:nvPr/>
        </p:nvSpPr>
        <p:spPr>
          <a:xfrm>
            <a:off x="1625600" y="3606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0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第一部分标题</a:t>
            </a:r>
          </a:p>
        </p:txBody>
      </p:sp>
      <p:sp>
        <p:nvSpPr>
          <p:cNvPr id="11" name="en1">
            <a:extLst>
              <a:ext uri="{FF2B5EF4-FFF2-40B4-BE49-F238E27FC236}">
                <a16:creationId xmlns:a16="http://schemas.microsoft.com/office/drawing/2014/main" id="{2D9FAFB0-29BE-1617-9698-E539FD78C727}"/>
              </a:ext>
            </a:extLst>
          </p:cNvPr>
          <p:cNvSpPr txBox="1"/>
          <p:nvPr/>
        </p:nvSpPr>
        <p:spPr>
          <a:xfrm>
            <a:off x="7112000" y="36576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P A R T   O N E     T I T L E </a:t>
            </a:r>
            <a:endParaRPr lang="zh-CN" altLang="en-US" sz="1000">
              <a:solidFill>
                <a:srgbClr val="6B6A66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r1">
            <a:extLst>
              <a:ext uri="{FF2B5EF4-FFF2-40B4-BE49-F238E27FC236}">
                <a16:creationId xmlns:a16="http://schemas.microsoft.com/office/drawing/2014/main" id="{FEEF291F-64D6-21B2-AEDF-78345C50739F}"/>
              </a:ext>
            </a:extLst>
          </p:cNvPr>
          <p:cNvSpPr/>
          <p:nvPr/>
        </p:nvSpPr>
        <p:spPr>
          <a:xfrm>
            <a:off x="609600" y="4216400"/>
            <a:ext cx="109728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no2">
            <a:extLst>
              <a:ext uri="{FF2B5EF4-FFF2-40B4-BE49-F238E27FC236}">
                <a16:creationId xmlns:a16="http://schemas.microsoft.com/office/drawing/2014/main" id="{A6D0EE37-7460-0709-5230-8C7DEB042384}"/>
              </a:ext>
            </a:extLst>
          </p:cNvPr>
          <p:cNvSpPr txBox="1"/>
          <p:nvPr/>
        </p:nvSpPr>
        <p:spPr>
          <a:xfrm>
            <a:off x="609600" y="4394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C0A15F"/>
                </a:solidFill>
                <a:latin typeface="Bahnschrift" panose="020B0502040204020203" pitchFamily="34" charset="0"/>
              </a:rPr>
              <a:t>0 2 </a:t>
            </a:r>
            <a:endParaRPr lang="zh-CN" altLang="en-US" sz="2200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zh2">
            <a:extLst>
              <a:ext uri="{FF2B5EF4-FFF2-40B4-BE49-F238E27FC236}">
                <a16:creationId xmlns:a16="http://schemas.microsoft.com/office/drawing/2014/main" id="{B2B9002F-FAEF-C10E-A373-977570C2B1E1}"/>
              </a:ext>
            </a:extLst>
          </p:cNvPr>
          <p:cNvSpPr txBox="1"/>
          <p:nvPr/>
        </p:nvSpPr>
        <p:spPr>
          <a:xfrm>
            <a:off x="1625600" y="4394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0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第二部分标题</a:t>
            </a:r>
          </a:p>
        </p:txBody>
      </p:sp>
      <p:sp>
        <p:nvSpPr>
          <p:cNvPr id="15" name="en2">
            <a:extLst>
              <a:ext uri="{FF2B5EF4-FFF2-40B4-BE49-F238E27FC236}">
                <a16:creationId xmlns:a16="http://schemas.microsoft.com/office/drawing/2014/main" id="{C263FA50-7BD3-71F2-74BF-3D753C422971}"/>
              </a:ext>
            </a:extLst>
          </p:cNvPr>
          <p:cNvSpPr txBox="1"/>
          <p:nvPr/>
        </p:nvSpPr>
        <p:spPr>
          <a:xfrm>
            <a:off x="7112000" y="44450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P A R T   T W O     T I T L E </a:t>
            </a:r>
            <a:endParaRPr lang="zh-CN" altLang="en-US" sz="1000">
              <a:solidFill>
                <a:srgbClr val="6B6A66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r2">
            <a:extLst>
              <a:ext uri="{FF2B5EF4-FFF2-40B4-BE49-F238E27FC236}">
                <a16:creationId xmlns:a16="http://schemas.microsoft.com/office/drawing/2014/main" id="{582F36B4-6C60-00AF-EE59-72B811D50A4C}"/>
              </a:ext>
            </a:extLst>
          </p:cNvPr>
          <p:cNvSpPr/>
          <p:nvPr/>
        </p:nvSpPr>
        <p:spPr>
          <a:xfrm>
            <a:off x="609600" y="5003800"/>
            <a:ext cx="109728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no3">
            <a:extLst>
              <a:ext uri="{FF2B5EF4-FFF2-40B4-BE49-F238E27FC236}">
                <a16:creationId xmlns:a16="http://schemas.microsoft.com/office/drawing/2014/main" id="{62FDB945-4D52-949A-4650-F8BF575E4EB6}"/>
              </a:ext>
            </a:extLst>
          </p:cNvPr>
          <p:cNvSpPr txBox="1"/>
          <p:nvPr/>
        </p:nvSpPr>
        <p:spPr>
          <a:xfrm>
            <a:off x="609600" y="51816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C0A15F"/>
                </a:solidFill>
                <a:latin typeface="Bahnschrift" panose="020B0502040204020203" pitchFamily="34" charset="0"/>
              </a:rPr>
              <a:t>0 3 </a:t>
            </a:r>
            <a:endParaRPr lang="zh-CN" altLang="en-US" sz="2200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zh3">
            <a:extLst>
              <a:ext uri="{FF2B5EF4-FFF2-40B4-BE49-F238E27FC236}">
                <a16:creationId xmlns:a16="http://schemas.microsoft.com/office/drawing/2014/main" id="{A3C884C6-012F-1889-D4B7-7ADA542EB83E}"/>
              </a:ext>
            </a:extLst>
          </p:cNvPr>
          <p:cNvSpPr txBox="1"/>
          <p:nvPr/>
        </p:nvSpPr>
        <p:spPr>
          <a:xfrm>
            <a:off x="1625600" y="5181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20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第三部分标题</a:t>
            </a:r>
          </a:p>
        </p:txBody>
      </p:sp>
      <p:sp>
        <p:nvSpPr>
          <p:cNvPr id="19" name="en3">
            <a:extLst>
              <a:ext uri="{FF2B5EF4-FFF2-40B4-BE49-F238E27FC236}">
                <a16:creationId xmlns:a16="http://schemas.microsoft.com/office/drawing/2014/main" id="{B27BC383-5412-FDC1-EDF5-7DC347114380}"/>
              </a:ext>
            </a:extLst>
          </p:cNvPr>
          <p:cNvSpPr txBox="1"/>
          <p:nvPr/>
        </p:nvSpPr>
        <p:spPr>
          <a:xfrm>
            <a:off x="7112000" y="52324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P A R T   T H R E E     T I T L E </a:t>
            </a:r>
            <a:endParaRPr lang="zh-CN" altLang="en-US" sz="1000">
              <a:solidFill>
                <a:srgbClr val="6B6A66"/>
              </a:solidFill>
              <a:latin typeface="Arial Narrow" panose="020B0606020202030204" pitchFamily="34" charset="0"/>
            </a:endParaRPr>
          </a:p>
        </p:txBody>
      </p:sp>
      <p:sp>
        <p:nvSpPr>
          <p:cNvPr id="20" name="r3">
            <a:extLst>
              <a:ext uri="{FF2B5EF4-FFF2-40B4-BE49-F238E27FC236}">
                <a16:creationId xmlns:a16="http://schemas.microsoft.com/office/drawing/2014/main" id="{9DF09CD8-399B-FBAF-7E7E-A93C1A633EA3}"/>
              </a:ext>
            </a:extLst>
          </p:cNvPr>
          <p:cNvSpPr/>
          <p:nvPr/>
        </p:nvSpPr>
        <p:spPr>
          <a:xfrm>
            <a:off x="609600" y="5791200"/>
            <a:ext cx="109728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6A463B49-D426-F5C5-921C-09A22ABCBEC3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151515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footerbar">
            <a:extLst>
              <a:ext uri="{FF2B5EF4-FFF2-40B4-BE49-F238E27FC236}">
                <a16:creationId xmlns:a16="http://schemas.microsoft.com/office/drawing/2014/main" id="{723B3474-1230-7D58-45C1-EFE196FACE79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5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50885576-6C54-FA09-676C-ECBA402124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A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mark1">
            <a:extLst>
              <a:ext uri="{FF2B5EF4-FFF2-40B4-BE49-F238E27FC236}">
                <a16:creationId xmlns:a16="http://schemas.microsoft.com/office/drawing/2014/main" id="{4C351564-E0C3-EDED-E2EF-3F22DC71F425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151515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mark2">
            <a:extLst>
              <a:ext uri="{FF2B5EF4-FFF2-40B4-BE49-F238E27FC236}">
                <a16:creationId xmlns:a16="http://schemas.microsoft.com/office/drawing/2014/main" id="{1840B116-FCE4-2422-E724-7DC9A6B3CD65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151515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mark3">
            <a:extLst>
              <a:ext uri="{FF2B5EF4-FFF2-40B4-BE49-F238E27FC236}">
                <a16:creationId xmlns:a16="http://schemas.microsoft.com/office/drawing/2014/main" id="{513D131A-7648-15FB-31DE-8D4D31D6D895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151515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fkick">
            <a:extLst>
              <a:ext uri="{FF2B5EF4-FFF2-40B4-BE49-F238E27FC236}">
                <a16:creationId xmlns:a16="http://schemas.microsoft.com/office/drawing/2014/main" id="{43CCD260-A95D-7AF8-FCD7-2A2E16CECD65}"/>
              </a:ext>
            </a:extLst>
          </p:cNvPr>
          <p:cNvSpPr txBox="1"/>
          <p:nvPr/>
        </p:nvSpPr>
        <p:spPr>
          <a:xfrm>
            <a:off x="609600" y="1905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F I G U R E       /       </a:t>
            </a:r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图 示 </a:t>
            </a:r>
          </a:p>
        </p:txBody>
      </p:sp>
      <p:sp>
        <p:nvSpPr>
          <p:cNvPr id="7" name="ftitle">
            <a:extLst>
              <a:ext uri="{FF2B5EF4-FFF2-40B4-BE49-F238E27FC236}">
                <a16:creationId xmlns:a16="http://schemas.microsoft.com/office/drawing/2014/main" id="{1B1C6D9B-271E-EFAC-E386-46472CEE0FFF}"/>
              </a:ext>
            </a:extLst>
          </p:cNvPr>
          <p:cNvSpPr txBox="1"/>
          <p:nvPr/>
        </p:nvSpPr>
        <p:spPr>
          <a:xfrm>
            <a:off x="609600" y="22352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400">
                <a:solidFill>
                  <a:srgbClr val="15151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阶 段 流 程 标 题 </a:t>
            </a:r>
          </a:p>
        </p:txBody>
      </p:sp>
      <p:sp>
        <p:nvSpPr>
          <p:cNvPr id="8" name="frule">
            <a:extLst>
              <a:ext uri="{FF2B5EF4-FFF2-40B4-BE49-F238E27FC236}">
                <a16:creationId xmlns:a16="http://schemas.microsoft.com/office/drawing/2014/main" id="{2FCB3F2B-B078-FD26-3985-B4E982D31C5F}"/>
              </a:ext>
            </a:extLst>
          </p:cNvPr>
          <p:cNvSpPr/>
          <p:nvPr/>
        </p:nvSpPr>
        <p:spPr>
          <a:xfrm>
            <a:off x="609600" y="3149600"/>
            <a:ext cx="10972800" cy="12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line">
            <a:extLst>
              <a:ext uri="{FF2B5EF4-FFF2-40B4-BE49-F238E27FC236}">
                <a16:creationId xmlns:a16="http://schemas.microsoft.com/office/drawing/2014/main" id="{F6456512-D76E-0BF7-C9B6-D6F2BFC76A14}"/>
              </a:ext>
            </a:extLst>
          </p:cNvPr>
          <p:cNvSpPr/>
          <p:nvPr/>
        </p:nvSpPr>
        <p:spPr>
          <a:xfrm>
            <a:off x="2489200" y="3784600"/>
            <a:ext cx="6286500" cy="12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no0">
            <a:extLst>
              <a:ext uri="{FF2B5EF4-FFF2-40B4-BE49-F238E27FC236}">
                <a16:creationId xmlns:a16="http://schemas.microsoft.com/office/drawing/2014/main" id="{D6DBB20E-E90C-7AEF-562B-FF1B77E12CC3}"/>
              </a:ext>
            </a:extLst>
          </p:cNvPr>
          <p:cNvSpPr txBox="1"/>
          <p:nvPr/>
        </p:nvSpPr>
        <p:spPr>
          <a:xfrm>
            <a:off x="609600" y="3454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>
                <a:solidFill>
                  <a:srgbClr val="C0A15F"/>
                </a:solidFill>
                <a:latin typeface="Bahnschrift" panose="020B0502040204020203" pitchFamily="34" charset="0"/>
              </a:rPr>
              <a:t>0 1 </a:t>
            </a:r>
            <a:endParaRPr lang="zh-CN" altLang="en-US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i0">
            <a:extLst>
              <a:ext uri="{FF2B5EF4-FFF2-40B4-BE49-F238E27FC236}">
                <a16:creationId xmlns:a16="http://schemas.microsoft.com/office/drawing/2014/main" id="{E191194C-5D8E-0EBB-756F-E49A04CFEB2D}"/>
              </a:ext>
            </a:extLst>
          </p:cNvPr>
          <p:cNvSpPr txBox="1"/>
          <p:nvPr/>
        </p:nvSpPr>
        <p:spPr>
          <a:xfrm>
            <a:off x="609600" y="3987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9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阶段名称</a:t>
            </a:r>
          </a:p>
        </p:txBody>
      </p:sp>
      <p:sp>
        <p:nvSpPr>
          <p:cNvPr id="12" name="de0">
            <a:extLst>
              <a:ext uri="{FF2B5EF4-FFF2-40B4-BE49-F238E27FC236}">
                <a16:creationId xmlns:a16="http://schemas.microsoft.com/office/drawing/2014/main" id="{BA278C67-EA4F-4860-843E-3E8DC4B188AA}"/>
              </a:ext>
            </a:extLst>
          </p:cNvPr>
          <p:cNvSpPr txBox="1"/>
          <p:nvPr/>
        </p:nvSpPr>
        <p:spPr>
          <a:xfrm>
            <a:off x="609600" y="4419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该阶段的关键动作说明，两行以内。</a:t>
            </a:r>
          </a:p>
        </p:txBody>
      </p:sp>
      <p:sp>
        <p:nvSpPr>
          <p:cNvPr id="13" name="nd0">
            <a:extLst>
              <a:ext uri="{FF2B5EF4-FFF2-40B4-BE49-F238E27FC236}">
                <a16:creationId xmlns:a16="http://schemas.microsoft.com/office/drawing/2014/main" id="{E8058F07-116A-217C-5C7B-96F2542E3776}"/>
              </a:ext>
            </a:extLst>
          </p:cNvPr>
          <p:cNvSpPr/>
          <p:nvPr/>
        </p:nvSpPr>
        <p:spPr>
          <a:xfrm>
            <a:off x="2044700" y="3708400"/>
            <a:ext cx="165100" cy="1651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no1">
            <a:extLst>
              <a:ext uri="{FF2B5EF4-FFF2-40B4-BE49-F238E27FC236}">
                <a16:creationId xmlns:a16="http://schemas.microsoft.com/office/drawing/2014/main" id="{C57F4333-ECFA-1058-BA76-805296DD26EF}"/>
              </a:ext>
            </a:extLst>
          </p:cNvPr>
          <p:cNvSpPr txBox="1"/>
          <p:nvPr/>
        </p:nvSpPr>
        <p:spPr>
          <a:xfrm>
            <a:off x="3810000" y="3454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>
                <a:solidFill>
                  <a:srgbClr val="C0A15F"/>
                </a:solidFill>
                <a:latin typeface="Bahnschrift" panose="020B0502040204020203" pitchFamily="34" charset="0"/>
              </a:rPr>
              <a:t>0 2 </a:t>
            </a:r>
            <a:endParaRPr lang="zh-CN" altLang="en-US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i1">
            <a:extLst>
              <a:ext uri="{FF2B5EF4-FFF2-40B4-BE49-F238E27FC236}">
                <a16:creationId xmlns:a16="http://schemas.microsoft.com/office/drawing/2014/main" id="{2215B83A-D2B2-AAF2-62C7-C3A4F87C1855}"/>
              </a:ext>
            </a:extLst>
          </p:cNvPr>
          <p:cNvSpPr txBox="1"/>
          <p:nvPr/>
        </p:nvSpPr>
        <p:spPr>
          <a:xfrm>
            <a:off x="3810000" y="3987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9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阶段名称</a:t>
            </a:r>
          </a:p>
        </p:txBody>
      </p:sp>
      <p:sp>
        <p:nvSpPr>
          <p:cNvPr id="16" name="de1">
            <a:extLst>
              <a:ext uri="{FF2B5EF4-FFF2-40B4-BE49-F238E27FC236}">
                <a16:creationId xmlns:a16="http://schemas.microsoft.com/office/drawing/2014/main" id="{11BA363C-58DD-4A82-29A6-E9D7143EC1C3}"/>
              </a:ext>
            </a:extLst>
          </p:cNvPr>
          <p:cNvSpPr txBox="1"/>
          <p:nvPr/>
        </p:nvSpPr>
        <p:spPr>
          <a:xfrm>
            <a:off x="3810000" y="4419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该阶段的关键动作说明，两行以内。</a:t>
            </a:r>
          </a:p>
        </p:txBody>
      </p:sp>
      <p:sp>
        <p:nvSpPr>
          <p:cNvPr id="17" name="nd1">
            <a:extLst>
              <a:ext uri="{FF2B5EF4-FFF2-40B4-BE49-F238E27FC236}">
                <a16:creationId xmlns:a16="http://schemas.microsoft.com/office/drawing/2014/main" id="{3DF95EE6-EAE8-AC7F-FC7B-613FCFF9ECC7}"/>
              </a:ext>
            </a:extLst>
          </p:cNvPr>
          <p:cNvSpPr/>
          <p:nvPr/>
        </p:nvSpPr>
        <p:spPr>
          <a:xfrm>
            <a:off x="5245100" y="3708400"/>
            <a:ext cx="165100" cy="1651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no2">
            <a:extLst>
              <a:ext uri="{FF2B5EF4-FFF2-40B4-BE49-F238E27FC236}">
                <a16:creationId xmlns:a16="http://schemas.microsoft.com/office/drawing/2014/main" id="{5F991D10-FCD1-4163-B4A1-82522D4611F3}"/>
              </a:ext>
            </a:extLst>
          </p:cNvPr>
          <p:cNvSpPr txBox="1"/>
          <p:nvPr/>
        </p:nvSpPr>
        <p:spPr>
          <a:xfrm>
            <a:off x="7010400" y="3454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>
                <a:solidFill>
                  <a:srgbClr val="C0A15F"/>
                </a:solidFill>
                <a:latin typeface="Bahnschrift" panose="020B0502040204020203" pitchFamily="34" charset="0"/>
              </a:rPr>
              <a:t>0 3 </a:t>
            </a:r>
            <a:endParaRPr lang="zh-CN" altLang="en-US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i2">
            <a:extLst>
              <a:ext uri="{FF2B5EF4-FFF2-40B4-BE49-F238E27FC236}">
                <a16:creationId xmlns:a16="http://schemas.microsoft.com/office/drawing/2014/main" id="{5ABB16A6-7B25-B6B4-17E8-CD3ADC2696CA}"/>
              </a:ext>
            </a:extLst>
          </p:cNvPr>
          <p:cNvSpPr txBox="1"/>
          <p:nvPr/>
        </p:nvSpPr>
        <p:spPr>
          <a:xfrm>
            <a:off x="7010400" y="3987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9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阶段名称</a:t>
            </a:r>
          </a:p>
        </p:txBody>
      </p:sp>
      <p:sp>
        <p:nvSpPr>
          <p:cNvPr id="20" name="de2">
            <a:extLst>
              <a:ext uri="{FF2B5EF4-FFF2-40B4-BE49-F238E27FC236}">
                <a16:creationId xmlns:a16="http://schemas.microsoft.com/office/drawing/2014/main" id="{175DFF63-04B4-A028-079E-7C9200A529DA}"/>
              </a:ext>
            </a:extLst>
          </p:cNvPr>
          <p:cNvSpPr txBox="1"/>
          <p:nvPr/>
        </p:nvSpPr>
        <p:spPr>
          <a:xfrm>
            <a:off x="7010400" y="4419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该阶段的关键动作说明，两行以内。</a:t>
            </a:r>
          </a:p>
        </p:txBody>
      </p:sp>
      <p:sp>
        <p:nvSpPr>
          <p:cNvPr id="21" name="nd2">
            <a:extLst>
              <a:ext uri="{FF2B5EF4-FFF2-40B4-BE49-F238E27FC236}">
                <a16:creationId xmlns:a16="http://schemas.microsoft.com/office/drawing/2014/main" id="{EBC5675F-E86A-8381-2FA6-078C69375106}"/>
              </a:ext>
            </a:extLst>
          </p:cNvPr>
          <p:cNvSpPr/>
          <p:nvPr/>
        </p:nvSpPr>
        <p:spPr>
          <a:xfrm>
            <a:off x="8445500" y="3708400"/>
            <a:ext cx="165100" cy="1651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no3">
            <a:extLst>
              <a:ext uri="{FF2B5EF4-FFF2-40B4-BE49-F238E27FC236}">
                <a16:creationId xmlns:a16="http://schemas.microsoft.com/office/drawing/2014/main" id="{1AC606F5-9CC5-16C2-7F9E-C05904C6BD7C}"/>
              </a:ext>
            </a:extLst>
          </p:cNvPr>
          <p:cNvSpPr txBox="1"/>
          <p:nvPr/>
        </p:nvSpPr>
        <p:spPr>
          <a:xfrm>
            <a:off x="10210800" y="34544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>
                <a:solidFill>
                  <a:srgbClr val="C0A15F"/>
                </a:solidFill>
                <a:latin typeface="Bahnschrift" panose="020B0502040204020203" pitchFamily="34" charset="0"/>
              </a:rPr>
              <a:t>0 4 </a:t>
            </a:r>
            <a:endParaRPr lang="zh-CN" altLang="en-US">
              <a:solidFill>
                <a:srgbClr val="C0A15F"/>
              </a:solidFill>
              <a:latin typeface="Bahnschrift" panose="020B0502040204020203" pitchFamily="34" charset="0"/>
            </a:endParaRPr>
          </a:p>
        </p:txBody>
      </p:sp>
      <p:sp>
        <p:nvSpPr>
          <p:cNvPr id="23" name="ti3">
            <a:extLst>
              <a:ext uri="{FF2B5EF4-FFF2-40B4-BE49-F238E27FC236}">
                <a16:creationId xmlns:a16="http://schemas.microsoft.com/office/drawing/2014/main" id="{8C8E04DD-477E-2C05-B6B2-093658E3EFD6}"/>
              </a:ext>
            </a:extLst>
          </p:cNvPr>
          <p:cNvSpPr txBox="1"/>
          <p:nvPr/>
        </p:nvSpPr>
        <p:spPr>
          <a:xfrm>
            <a:off x="10210800" y="39878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9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阶段名称</a:t>
            </a:r>
          </a:p>
        </p:txBody>
      </p:sp>
      <p:sp>
        <p:nvSpPr>
          <p:cNvPr id="24" name="de3">
            <a:extLst>
              <a:ext uri="{FF2B5EF4-FFF2-40B4-BE49-F238E27FC236}">
                <a16:creationId xmlns:a16="http://schemas.microsoft.com/office/drawing/2014/main" id="{8260B5D7-8803-A325-E773-E2EF1984B23E}"/>
              </a:ext>
            </a:extLst>
          </p:cNvPr>
          <p:cNvSpPr txBox="1"/>
          <p:nvPr/>
        </p:nvSpPr>
        <p:spPr>
          <a:xfrm>
            <a:off x="10210800" y="4419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该阶段的关键动作说明，两行以内。</a:t>
            </a:r>
          </a:p>
        </p:txBody>
      </p:sp>
      <p:sp>
        <p:nvSpPr>
          <p:cNvPr id="25" name="nd3">
            <a:extLst>
              <a:ext uri="{FF2B5EF4-FFF2-40B4-BE49-F238E27FC236}">
                <a16:creationId xmlns:a16="http://schemas.microsoft.com/office/drawing/2014/main" id="{ED76C9DF-07AE-0B84-333D-B11688CC0BA7}"/>
              </a:ext>
            </a:extLst>
          </p:cNvPr>
          <p:cNvSpPr/>
          <p:nvPr/>
        </p:nvSpPr>
        <p:spPr>
          <a:xfrm>
            <a:off x="11645900" y="3708400"/>
            <a:ext cx="165100" cy="1651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read">
            <a:extLst>
              <a:ext uri="{FF2B5EF4-FFF2-40B4-BE49-F238E27FC236}">
                <a16:creationId xmlns:a16="http://schemas.microsoft.com/office/drawing/2014/main" id="{0363DCBA-53A8-9139-2BF8-BC9A7E39554C}"/>
              </a:ext>
            </a:extLst>
          </p:cNvPr>
          <p:cNvSpPr txBox="1"/>
          <p:nvPr/>
        </p:nvSpPr>
        <p:spPr>
          <a:xfrm>
            <a:off x="609600" y="558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读解：用一句话点明结论，或给出下一步决策。</a:t>
            </a:r>
          </a:p>
        </p:txBody>
      </p:sp>
      <p:sp>
        <p:nvSpPr>
          <p:cNvPr id="27" name="fnote">
            <a:extLst>
              <a:ext uri="{FF2B5EF4-FFF2-40B4-BE49-F238E27FC236}">
                <a16:creationId xmlns:a16="http://schemas.microsoft.com/office/drawing/2014/main" id="{28D2FA65-B0E5-1B67-1B33-5D025266449C}"/>
              </a:ext>
            </a:extLst>
          </p:cNvPr>
          <p:cNvSpPr txBox="1"/>
          <p:nvPr/>
        </p:nvSpPr>
        <p:spPr>
          <a:xfrm>
            <a:off x="609600" y="6172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单 位   </a:t>
            </a:r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/   </a:t>
            </a:r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口 径   </a:t>
            </a:r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/   </a:t>
            </a:r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来 源 ： 待 填 写 </a:t>
            </a:r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F08CD01A-821E-2FD6-A08B-F5486C4F10F5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151515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29" name="footerbar">
            <a:extLst>
              <a:ext uri="{FF2B5EF4-FFF2-40B4-BE49-F238E27FC236}">
                <a16:creationId xmlns:a16="http://schemas.microsoft.com/office/drawing/2014/main" id="{101B10B6-962D-2CD9-3541-1C907B4D37F7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30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1AC3C6BD-9B5E-6893-7997-12FF50CB08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gh1">
            <a:extLst>
              <a:ext uri="{FF2B5EF4-FFF2-40B4-BE49-F238E27FC236}">
                <a16:creationId xmlns:a16="http://schemas.microsoft.com/office/drawing/2014/main" id="{D70DDD97-97C4-F99E-BCB5-973E7E7F8103}"/>
              </a:ext>
            </a:extLst>
          </p:cNvPr>
          <p:cNvSpPr/>
          <p:nvPr/>
        </p:nvSpPr>
        <p:spPr>
          <a:xfrm>
            <a:off x="0" y="1397000"/>
            <a:ext cx="12192000" cy="127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gh2">
            <a:extLst>
              <a:ext uri="{FF2B5EF4-FFF2-40B4-BE49-F238E27FC236}">
                <a16:creationId xmlns:a16="http://schemas.microsoft.com/office/drawing/2014/main" id="{3F566F12-2898-1FB2-B1E6-CE01F37A1E98}"/>
              </a:ext>
            </a:extLst>
          </p:cNvPr>
          <p:cNvSpPr/>
          <p:nvPr/>
        </p:nvSpPr>
        <p:spPr>
          <a:xfrm>
            <a:off x="0" y="2667000"/>
            <a:ext cx="12192000" cy="127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gh3">
            <a:extLst>
              <a:ext uri="{FF2B5EF4-FFF2-40B4-BE49-F238E27FC236}">
                <a16:creationId xmlns:a16="http://schemas.microsoft.com/office/drawing/2014/main" id="{2A76527B-5B0B-2A87-8679-B164FD5C5C37}"/>
              </a:ext>
            </a:extLst>
          </p:cNvPr>
          <p:cNvSpPr/>
          <p:nvPr/>
        </p:nvSpPr>
        <p:spPr>
          <a:xfrm>
            <a:off x="0" y="3937000"/>
            <a:ext cx="12192000" cy="127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gh4">
            <a:extLst>
              <a:ext uri="{FF2B5EF4-FFF2-40B4-BE49-F238E27FC236}">
                <a16:creationId xmlns:a16="http://schemas.microsoft.com/office/drawing/2014/main" id="{E27EA884-C3BD-E8BD-E336-A8838E65AC38}"/>
              </a:ext>
            </a:extLst>
          </p:cNvPr>
          <p:cNvSpPr/>
          <p:nvPr/>
        </p:nvSpPr>
        <p:spPr>
          <a:xfrm>
            <a:off x="0" y="5207000"/>
            <a:ext cx="12192000" cy="12700"/>
          </a:xfrm>
          <a:prstGeom prst="rect">
            <a:avLst/>
          </a:prstGeom>
          <a:solidFill>
            <a:srgbClr val="FFFFFF">
              <a:alpha val="93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v1">
            <a:extLst>
              <a:ext uri="{FF2B5EF4-FFF2-40B4-BE49-F238E27FC236}">
                <a16:creationId xmlns:a16="http://schemas.microsoft.com/office/drawing/2014/main" id="{F0454373-0892-9A15-DBB3-91AA9CE4D600}"/>
              </a:ext>
            </a:extLst>
          </p:cNvPr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gv2">
            <a:extLst>
              <a:ext uri="{FF2B5EF4-FFF2-40B4-BE49-F238E27FC236}">
                <a16:creationId xmlns:a16="http://schemas.microsoft.com/office/drawing/2014/main" id="{DFF0220B-6122-4243-8AA5-E2CA9859044F}"/>
              </a:ext>
            </a:extLst>
          </p:cNvPr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gv3">
            <a:extLst>
              <a:ext uri="{FF2B5EF4-FFF2-40B4-BE49-F238E27FC236}">
                <a16:creationId xmlns:a16="http://schemas.microsoft.com/office/drawing/2014/main" id="{BF301EA4-F3B8-16C4-85B7-92F9C4C78DB3}"/>
              </a:ext>
            </a:extLst>
          </p:cNvPr>
          <p:cNvSpPr/>
          <p:nvPr/>
        </p:nvSpPr>
        <p:spPr>
          <a:xfrm>
            <a:off x="6858000" y="0"/>
            <a:ext cx="12700" cy="68580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gv4">
            <a:extLst>
              <a:ext uri="{FF2B5EF4-FFF2-40B4-BE49-F238E27FC236}">
                <a16:creationId xmlns:a16="http://schemas.microsoft.com/office/drawing/2014/main" id="{245C4F20-91A8-B05D-BE7A-2610CC8F2673}"/>
              </a:ext>
            </a:extLst>
          </p:cNvPr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dghost">
            <a:extLst>
              <a:ext uri="{FF2B5EF4-FFF2-40B4-BE49-F238E27FC236}">
                <a16:creationId xmlns:a16="http://schemas.microsoft.com/office/drawing/2014/main" id="{5D260DE8-E66D-C973-3C0B-1AD0608D4FE4}"/>
              </a:ext>
            </a:extLst>
          </p:cNvPr>
          <p:cNvSpPr txBox="1"/>
          <p:nvPr/>
        </p:nvSpPr>
        <p:spPr>
          <a:xfrm>
            <a:off x="7620000" y="1524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pt-BR" altLang="zh-CN" sz="5200">
                <a:solidFill>
                  <a:srgbClr val="1A1A1A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5200">
              <a:solidFill>
                <a:srgbClr val="1A1A1A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mark1">
            <a:extLst>
              <a:ext uri="{FF2B5EF4-FFF2-40B4-BE49-F238E27FC236}">
                <a16:creationId xmlns:a16="http://schemas.microsoft.com/office/drawing/2014/main" id="{D3255712-723F-1A2D-E586-B98229B4640D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FFFFFF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mark2">
            <a:extLst>
              <a:ext uri="{FF2B5EF4-FFF2-40B4-BE49-F238E27FC236}">
                <a16:creationId xmlns:a16="http://schemas.microsoft.com/office/drawing/2014/main" id="{0C4D8F27-2242-1521-4D2F-700B6276A591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FFFFFF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mark3">
            <a:extLst>
              <a:ext uri="{FF2B5EF4-FFF2-40B4-BE49-F238E27FC236}">
                <a16:creationId xmlns:a16="http://schemas.microsoft.com/office/drawing/2014/main" id="{15609A49-DE07-1E95-D2FE-B6719E3BD065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FFFFFF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dtitle">
            <a:extLst>
              <a:ext uri="{FF2B5EF4-FFF2-40B4-BE49-F238E27FC236}">
                <a16:creationId xmlns:a16="http://schemas.microsoft.com/office/drawing/2014/main" id="{3A81363D-644F-D46C-D221-0E3C8FC174DD}"/>
              </a:ext>
            </a:extLst>
          </p:cNvPr>
          <p:cNvSpPr txBox="1"/>
          <p:nvPr/>
        </p:nvSpPr>
        <p:spPr>
          <a:xfrm>
            <a:off x="609600" y="26162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4400">
                <a:solidFill>
                  <a:srgbClr val="FFFFFF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标 题 内 容 </a:t>
            </a:r>
          </a:p>
        </p:txBody>
      </p:sp>
      <p:sp>
        <p:nvSpPr>
          <p:cNvPr id="16" name="dsub">
            <a:extLst>
              <a:ext uri="{FF2B5EF4-FFF2-40B4-BE49-F238E27FC236}">
                <a16:creationId xmlns:a16="http://schemas.microsoft.com/office/drawing/2014/main" id="{1C7C73F8-5119-8C46-9EF0-60CC60914F32}"/>
              </a:ext>
            </a:extLst>
          </p:cNvPr>
          <p:cNvSpPr txBox="1"/>
          <p:nvPr/>
        </p:nvSpPr>
        <p:spPr>
          <a:xfrm>
            <a:off x="609600" y="36830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8C8A85"/>
                </a:solidFill>
                <a:latin typeface="Arial Narrow" panose="020B0606020202030204" pitchFamily="34" charset="0"/>
              </a:rPr>
              <a:t>C H A P T E R     /     </a:t>
            </a:r>
            <a:r>
              <a:rPr lang="zh-CN" altLang="en-US" sz="1100">
                <a:solidFill>
                  <a:srgbClr val="8C8A85"/>
                </a:solidFill>
                <a:latin typeface="Arial Narrow" panose="020B0606020202030204" pitchFamily="34" charset="0"/>
              </a:rPr>
              <a:t>章 节 说 明 占 位 </a:t>
            </a:r>
          </a:p>
        </p:txBody>
      </p:sp>
      <p:sp>
        <p:nvSpPr>
          <p:cNvPr id="17" name="dline">
            <a:extLst>
              <a:ext uri="{FF2B5EF4-FFF2-40B4-BE49-F238E27FC236}">
                <a16:creationId xmlns:a16="http://schemas.microsoft.com/office/drawing/2014/main" id="{01D25AE0-9A0A-15FF-0D11-102AB0541639}"/>
              </a:ext>
            </a:extLst>
          </p:cNvPr>
          <p:cNvSpPr/>
          <p:nvPr/>
        </p:nvSpPr>
        <p:spPr>
          <a:xfrm>
            <a:off x="2565400" y="4775200"/>
            <a:ext cx="2286000" cy="12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danchor">
            <a:extLst>
              <a:ext uri="{FF2B5EF4-FFF2-40B4-BE49-F238E27FC236}">
                <a16:creationId xmlns:a16="http://schemas.microsoft.com/office/drawing/2014/main" id="{D43B9A83-17D8-58DC-F6A7-C9B9D560C512}"/>
              </a:ext>
            </a:extLst>
          </p:cNvPr>
          <p:cNvSpPr/>
          <p:nvPr/>
        </p:nvSpPr>
        <p:spPr>
          <a:xfrm>
            <a:off x="4851400" y="4724400"/>
            <a:ext cx="127000" cy="127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dlabel">
            <a:extLst>
              <a:ext uri="{FF2B5EF4-FFF2-40B4-BE49-F238E27FC236}">
                <a16:creationId xmlns:a16="http://schemas.microsoft.com/office/drawing/2014/main" id="{44A8C4B7-2A1B-69CB-537E-B9274AB88BD8}"/>
              </a:ext>
            </a:extLst>
          </p:cNvPr>
          <p:cNvSpPr/>
          <p:nvPr/>
        </p:nvSpPr>
        <p:spPr>
          <a:xfrm>
            <a:off x="5232400" y="4610100"/>
            <a:ext cx="1193800" cy="266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dlabeltxt">
            <a:extLst>
              <a:ext uri="{FF2B5EF4-FFF2-40B4-BE49-F238E27FC236}">
                <a16:creationId xmlns:a16="http://schemas.microsoft.com/office/drawing/2014/main" id="{87DF00FC-A337-0766-255F-612963AC7043}"/>
              </a:ext>
            </a:extLst>
          </p:cNvPr>
          <p:cNvSpPr txBox="1"/>
          <p:nvPr/>
        </p:nvSpPr>
        <p:spPr>
          <a:xfrm>
            <a:off x="5232400" y="4610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altLang="zh-CN" sz="900">
                <a:solidFill>
                  <a:srgbClr val="151515"/>
                </a:solidFill>
                <a:latin typeface="Arial Narrow" panose="020B0606020202030204" pitchFamily="34" charset="0"/>
              </a:rPr>
              <a:t>F I L E     R E C O R D </a:t>
            </a:r>
            <a:endParaRPr lang="zh-CN" altLang="en-US" sz="9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21" name="dcard">
            <a:extLst>
              <a:ext uri="{FF2B5EF4-FFF2-40B4-BE49-F238E27FC236}">
                <a16:creationId xmlns:a16="http://schemas.microsoft.com/office/drawing/2014/main" id="{3719E084-69EC-3846-04EC-156DBA6018DD}"/>
              </a:ext>
            </a:extLst>
          </p:cNvPr>
          <p:cNvSpPr/>
          <p:nvPr/>
        </p:nvSpPr>
        <p:spPr>
          <a:xfrm>
            <a:off x="5473700" y="5067300"/>
            <a:ext cx="2844800" cy="1473200"/>
          </a:xfrm>
          <a:prstGeom prst="rect">
            <a:avLst/>
          </a:prstGeom>
          <a:solidFill>
            <a:srgbClr val="1517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dcardrule">
            <a:extLst>
              <a:ext uri="{FF2B5EF4-FFF2-40B4-BE49-F238E27FC236}">
                <a16:creationId xmlns:a16="http://schemas.microsoft.com/office/drawing/2014/main" id="{E36C683E-5726-E137-9A38-E087A4917D4A}"/>
              </a:ext>
            </a:extLst>
          </p:cNvPr>
          <p:cNvSpPr/>
          <p:nvPr/>
        </p:nvSpPr>
        <p:spPr>
          <a:xfrm>
            <a:off x="5727700" y="5321300"/>
            <a:ext cx="2336800" cy="12700"/>
          </a:xfrm>
          <a:prstGeom prst="rect">
            <a:avLst/>
          </a:prstGeom>
          <a:solidFill>
            <a:srgbClr val="FFFFFF"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dcardtxt">
            <a:extLst>
              <a:ext uri="{FF2B5EF4-FFF2-40B4-BE49-F238E27FC236}">
                <a16:creationId xmlns:a16="http://schemas.microsoft.com/office/drawing/2014/main" id="{18FE1730-7632-F8C1-4B43-6D4C878DFB54}"/>
              </a:ext>
            </a:extLst>
          </p:cNvPr>
          <p:cNvSpPr txBox="1"/>
          <p:nvPr/>
        </p:nvSpPr>
        <p:spPr>
          <a:xfrm>
            <a:off x="5727700" y="5448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pt-BR" altLang="zh-CN" sz="1100">
                <a:solidFill>
                  <a:srgbClr val="FFFFFF"/>
                </a:solidFill>
                <a:latin typeface="Arial Narrow" panose="020B0606020202030204" pitchFamily="34" charset="0"/>
              </a:rPr>
              <a:t>f i l e   n u m b e r :   H - 2 0 0 
f r o m :   r h o d e s   i s l a n d 
d a t e :   2 0 2 2 - 0 4 - 2 3 </a:t>
            </a:r>
            <a:endParaRPr lang="zh-CN" altLang="en-US" sz="11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2C0BCCAF-088A-D885-0580-9BB9ED84E4C0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FFFFFF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footerbar">
            <a:extLst>
              <a:ext uri="{FF2B5EF4-FFF2-40B4-BE49-F238E27FC236}">
                <a16:creationId xmlns:a16="http://schemas.microsoft.com/office/drawing/2014/main" id="{DEB983C3-F559-E842-8749-951747821B21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50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15521C8C-DA35-A433-DD71-67EB96858A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A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mark1">
            <a:extLst>
              <a:ext uri="{FF2B5EF4-FFF2-40B4-BE49-F238E27FC236}">
                <a16:creationId xmlns:a16="http://schemas.microsoft.com/office/drawing/2014/main" id="{B02F1781-3BE6-3E5D-C303-B9CF91800952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151515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mark2">
            <a:extLst>
              <a:ext uri="{FF2B5EF4-FFF2-40B4-BE49-F238E27FC236}">
                <a16:creationId xmlns:a16="http://schemas.microsoft.com/office/drawing/2014/main" id="{7FF37ED0-8AB7-F9D1-79A6-787848255F27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151515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mark3">
            <a:extLst>
              <a:ext uri="{FF2B5EF4-FFF2-40B4-BE49-F238E27FC236}">
                <a16:creationId xmlns:a16="http://schemas.microsoft.com/office/drawing/2014/main" id="{547F8119-745C-2D05-263E-2F32B40FD963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151515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secbar">
            <a:extLst>
              <a:ext uri="{FF2B5EF4-FFF2-40B4-BE49-F238E27FC236}">
                <a16:creationId xmlns:a16="http://schemas.microsoft.com/office/drawing/2014/main" id="{EE87A6CF-6EC1-C5EB-6B89-1C145472E803}"/>
              </a:ext>
            </a:extLst>
          </p:cNvPr>
          <p:cNvSpPr/>
          <p:nvPr/>
        </p:nvSpPr>
        <p:spPr>
          <a:xfrm>
            <a:off x="609600" y="1803400"/>
            <a:ext cx="1219200" cy="266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ectext">
            <a:extLst>
              <a:ext uri="{FF2B5EF4-FFF2-40B4-BE49-F238E27FC236}">
                <a16:creationId xmlns:a16="http://schemas.microsoft.com/office/drawing/2014/main" id="{7A667D41-F7A9-E0C5-099E-CAE6A0F884FA}"/>
              </a:ext>
            </a:extLst>
          </p:cNvPr>
          <p:cNvSpPr txBox="1"/>
          <p:nvPr/>
        </p:nvSpPr>
        <p:spPr>
          <a:xfrm>
            <a:off x="609600" y="18034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altLang="zh-CN" sz="900">
                <a:solidFill>
                  <a:srgbClr val="FFFFFF"/>
                </a:solidFill>
                <a:latin typeface="Arial Narrow" panose="020B0606020202030204" pitchFamily="34" charset="0"/>
              </a:rPr>
              <a:t>S E C T I O N     0 1 </a:t>
            </a:r>
            <a:endParaRPr lang="zh-CN" altLang="en-US" sz="9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F3E1531-43F5-636E-0984-E2FBBABE940D}"/>
              </a:ext>
            </a:extLst>
          </p:cNvPr>
          <p:cNvSpPr txBox="1"/>
          <p:nvPr/>
        </p:nvSpPr>
        <p:spPr>
          <a:xfrm>
            <a:off x="609600" y="22352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400">
                <a:solidFill>
                  <a:srgbClr val="15151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页 面 标 题 占 位 </a:t>
            </a:r>
          </a:p>
        </p:txBody>
      </p:sp>
      <p:sp>
        <p:nvSpPr>
          <p:cNvPr id="9" name="headrule">
            <a:extLst>
              <a:ext uri="{FF2B5EF4-FFF2-40B4-BE49-F238E27FC236}">
                <a16:creationId xmlns:a16="http://schemas.microsoft.com/office/drawing/2014/main" id="{39F68D86-FF9C-FEEE-7D01-35F2A95A5BDE}"/>
              </a:ext>
            </a:extLst>
          </p:cNvPr>
          <p:cNvSpPr/>
          <p:nvPr/>
        </p:nvSpPr>
        <p:spPr>
          <a:xfrm>
            <a:off x="609600" y="3149600"/>
            <a:ext cx="10972800" cy="12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cleadbar">
            <a:extLst>
              <a:ext uri="{FF2B5EF4-FFF2-40B4-BE49-F238E27FC236}">
                <a16:creationId xmlns:a16="http://schemas.microsoft.com/office/drawing/2014/main" id="{653082FF-9B30-0218-4FBF-77FD356EEB69}"/>
              </a:ext>
            </a:extLst>
          </p:cNvPr>
          <p:cNvSpPr/>
          <p:nvPr/>
        </p:nvSpPr>
        <p:spPr>
          <a:xfrm>
            <a:off x="609600" y="3581400"/>
            <a:ext cx="1473200" cy="2286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cleadtxt">
            <a:extLst>
              <a:ext uri="{FF2B5EF4-FFF2-40B4-BE49-F238E27FC236}">
                <a16:creationId xmlns:a16="http://schemas.microsoft.com/office/drawing/2014/main" id="{6618C69E-0FB1-2078-0A99-136D49ECE17A}"/>
              </a:ext>
            </a:extLst>
          </p:cNvPr>
          <p:cNvSpPr txBox="1"/>
          <p:nvPr/>
        </p:nvSpPr>
        <p:spPr>
          <a:xfrm>
            <a:off x="609600" y="35814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FFFFFF"/>
                </a:solidFill>
                <a:latin typeface="Arial Narrow" panose="020B0606020202030204" pitchFamily="34" charset="0"/>
              </a:rPr>
              <a:t>L E A D     /     </a:t>
            </a:r>
            <a:r>
              <a:rPr lang="zh-CN" altLang="en-US" sz="900">
                <a:solidFill>
                  <a:srgbClr val="FFFFFF"/>
                </a:solidFill>
                <a:latin typeface="Arial Narrow" panose="020B0606020202030204" pitchFamily="34" charset="0"/>
              </a:rPr>
              <a:t>论 点 </a:t>
            </a:r>
          </a:p>
        </p:txBody>
      </p:sp>
      <p:sp>
        <p:nvSpPr>
          <p:cNvPr id="12" name="clead">
            <a:extLst>
              <a:ext uri="{FF2B5EF4-FFF2-40B4-BE49-F238E27FC236}">
                <a16:creationId xmlns:a16="http://schemas.microsoft.com/office/drawing/2014/main" id="{2FA620B2-E0D3-06DF-7DEA-9D7B218974B7}"/>
              </a:ext>
            </a:extLst>
          </p:cNvPr>
          <p:cNvSpPr txBox="1"/>
          <p:nvPr/>
        </p:nvSpPr>
        <p:spPr>
          <a:xfrm>
            <a:off x="609600" y="396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一句主论点，
占两到三行。</a:t>
            </a:r>
          </a:p>
        </p:txBody>
      </p:sp>
      <p:sp>
        <p:nvSpPr>
          <p:cNvPr id="13" name="cexp">
            <a:extLst>
              <a:ext uri="{FF2B5EF4-FFF2-40B4-BE49-F238E27FC236}">
                <a16:creationId xmlns:a16="http://schemas.microsoft.com/office/drawing/2014/main" id="{04E03462-8A58-68DA-F502-05467D8FF59C}"/>
              </a:ext>
            </a:extLst>
          </p:cNvPr>
          <p:cNvSpPr txBox="1"/>
          <p:nvPr/>
        </p:nvSpPr>
        <p:spPr>
          <a:xfrm>
            <a:off x="609600" y="5080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151515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支撑句：说明依据、统计口径与适用边界，不复述标题。</a:t>
            </a:r>
          </a:p>
        </p:txBody>
      </p:sp>
      <p:sp>
        <p:nvSpPr>
          <p:cNvPr id="14" name="cpanel">
            <a:extLst>
              <a:ext uri="{FF2B5EF4-FFF2-40B4-BE49-F238E27FC236}">
                <a16:creationId xmlns:a16="http://schemas.microsoft.com/office/drawing/2014/main" id="{97F00EF0-00CF-3915-8B1E-1B1ADCF77DA6}"/>
              </a:ext>
            </a:extLst>
          </p:cNvPr>
          <p:cNvSpPr/>
          <p:nvPr/>
        </p:nvSpPr>
        <p:spPr>
          <a:xfrm>
            <a:off x="5334000" y="3581400"/>
            <a:ext cx="6248400" cy="2565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cpanelbar">
            <a:extLst>
              <a:ext uri="{FF2B5EF4-FFF2-40B4-BE49-F238E27FC236}">
                <a16:creationId xmlns:a16="http://schemas.microsoft.com/office/drawing/2014/main" id="{8BD7B965-727F-4AFD-6726-28F72E83AFC6}"/>
              </a:ext>
            </a:extLst>
          </p:cNvPr>
          <p:cNvSpPr/>
          <p:nvPr/>
        </p:nvSpPr>
        <p:spPr>
          <a:xfrm>
            <a:off x="5334000" y="3581400"/>
            <a:ext cx="63500" cy="2565400"/>
          </a:xfrm>
          <a:prstGeom prst="rect">
            <a:avLst/>
          </a:prstGeom>
          <a:solidFill>
            <a:srgbClr val="C0A1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cptitle">
            <a:extLst>
              <a:ext uri="{FF2B5EF4-FFF2-40B4-BE49-F238E27FC236}">
                <a16:creationId xmlns:a16="http://schemas.microsoft.com/office/drawing/2014/main" id="{C640B646-B2B0-99DE-DB09-5B7C13902975}"/>
              </a:ext>
            </a:extLst>
          </p:cNvPr>
          <p:cNvSpPr txBox="1"/>
          <p:nvPr/>
        </p:nvSpPr>
        <p:spPr>
          <a:xfrm>
            <a:off x="5638800" y="3860800"/>
            <a:ext cx="563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151515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证据面板标题</a:t>
            </a:r>
          </a:p>
        </p:txBody>
      </p:sp>
      <p:sp>
        <p:nvSpPr>
          <p:cNvPr id="17" name="cprule">
            <a:extLst>
              <a:ext uri="{FF2B5EF4-FFF2-40B4-BE49-F238E27FC236}">
                <a16:creationId xmlns:a16="http://schemas.microsoft.com/office/drawing/2014/main" id="{AD528527-54A9-6DC4-221D-9E8DAD1B7D08}"/>
              </a:ext>
            </a:extLst>
          </p:cNvPr>
          <p:cNvSpPr/>
          <p:nvPr/>
        </p:nvSpPr>
        <p:spPr>
          <a:xfrm>
            <a:off x="5638800" y="4343400"/>
            <a:ext cx="56388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cpr1">
            <a:extLst>
              <a:ext uri="{FF2B5EF4-FFF2-40B4-BE49-F238E27FC236}">
                <a16:creationId xmlns:a16="http://schemas.microsoft.com/office/drawing/2014/main" id="{6F4FD840-52C1-5A56-9768-436106E56888}"/>
              </a:ext>
            </a:extLst>
          </p:cNvPr>
          <p:cNvSpPr txBox="1"/>
          <p:nvPr/>
        </p:nvSpPr>
        <p:spPr>
          <a:xfrm>
            <a:off x="5638800" y="4521200"/>
            <a:ext cx="563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01   </a:t>
            </a:r>
            <a:r>
              <a:rPr lang="zh-CN" altLang="en-US" sz="13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第一条证据</a:t>
            </a:r>
          </a:p>
        </p:txBody>
      </p:sp>
      <p:sp>
        <p:nvSpPr>
          <p:cNvPr id="19" name="cpl1">
            <a:extLst>
              <a:ext uri="{FF2B5EF4-FFF2-40B4-BE49-F238E27FC236}">
                <a16:creationId xmlns:a16="http://schemas.microsoft.com/office/drawing/2014/main" id="{31090ED0-1B49-4145-95C7-A5A9CF0EDEB0}"/>
              </a:ext>
            </a:extLst>
          </p:cNvPr>
          <p:cNvSpPr/>
          <p:nvPr/>
        </p:nvSpPr>
        <p:spPr>
          <a:xfrm>
            <a:off x="5638800" y="4800600"/>
            <a:ext cx="56388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cpr2">
            <a:extLst>
              <a:ext uri="{FF2B5EF4-FFF2-40B4-BE49-F238E27FC236}">
                <a16:creationId xmlns:a16="http://schemas.microsoft.com/office/drawing/2014/main" id="{FE0D3A9F-E1E3-92F3-B0AB-EF8A7D72EB49}"/>
              </a:ext>
            </a:extLst>
          </p:cNvPr>
          <p:cNvSpPr txBox="1"/>
          <p:nvPr/>
        </p:nvSpPr>
        <p:spPr>
          <a:xfrm>
            <a:off x="5638800" y="4902200"/>
            <a:ext cx="563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02   </a:t>
            </a:r>
            <a:r>
              <a:rPr lang="zh-CN" altLang="en-US" sz="13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第二条证据</a:t>
            </a:r>
          </a:p>
        </p:txBody>
      </p:sp>
      <p:sp>
        <p:nvSpPr>
          <p:cNvPr id="21" name="cpl2">
            <a:extLst>
              <a:ext uri="{FF2B5EF4-FFF2-40B4-BE49-F238E27FC236}">
                <a16:creationId xmlns:a16="http://schemas.microsoft.com/office/drawing/2014/main" id="{EF2B92F4-0D89-9233-1EDC-C56B4DEF1B35}"/>
              </a:ext>
            </a:extLst>
          </p:cNvPr>
          <p:cNvSpPr/>
          <p:nvPr/>
        </p:nvSpPr>
        <p:spPr>
          <a:xfrm>
            <a:off x="5638800" y="5181600"/>
            <a:ext cx="56388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cpr3">
            <a:extLst>
              <a:ext uri="{FF2B5EF4-FFF2-40B4-BE49-F238E27FC236}">
                <a16:creationId xmlns:a16="http://schemas.microsoft.com/office/drawing/2014/main" id="{6AC50162-7C8E-1801-EB55-8494110F24E0}"/>
              </a:ext>
            </a:extLst>
          </p:cNvPr>
          <p:cNvSpPr txBox="1"/>
          <p:nvPr/>
        </p:nvSpPr>
        <p:spPr>
          <a:xfrm>
            <a:off x="5638800" y="5283200"/>
            <a:ext cx="563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03   </a:t>
            </a:r>
            <a:r>
              <a:rPr lang="zh-CN" altLang="en-US" sz="13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第三条证据</a:t>
            </a:r>
          </a:p>
        </p:txBody>
      </p:sp>
      <p:sp>
        <p:nvSpPr>
          <p:cNvPr id="23" name="cnote">
            <a:extLst>
              <a:ext uri="{FF2B5EF4-FFF2-40B4-BE49-F238E27FC236}">
                <a16:creationId xmlns:a16="http://schemas.microsoft.com/office/drawing/2014/main" id="{AD1CE199-CD06-592A-AEFC-CB299F82BA12}"/>
              </a:ext>
            </a:extLst>
          </p:cNvPr>
          <p:cNvSpPr txBox="1"/>
          <p:nvPr/>
        </p:nvSpPr>
        <p:spPr>
          <a:xfrm>
            <a:off x="609600" y="6172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来 源   </a:t>
            </a:r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/   </a:t>
            </a:r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口 径 ： 待 填 写 </a:t>
            </a:r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755A7FF7-6F8A-86DA-84B4-43728BFDDD29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151515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footerbar">
            <a:extLst>
              <a:ext uri="{FF2B5EF4-FFF2-40B4-BE49-F238E27FC236}">
                <a16:creationId xmlns:a16="http://schemas.microsoft.com/office/drawing/2014/main" id="{5CF980CA-BDEE-6CEE-BC01-5850A9349F3F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4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CBBC03AF-27B4-87DE-3DF0-7C6926B3FD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A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mark1">
            <a:extLst>
              <a:ext uri="{FF2B5EF4-FFF2-40B4-BE49-F238E27FC236}">
                <a16:creationId xmlns:a16="http://schemas.microsoft.com/office/drawing/2014/main" id="{B275E9F4-530F-B3E9-B4D2-7FADF9856AEA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151515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mark2">
            <a:extLst>
              <a:ext uri="{FF2B5EF4-FFF2-40B4-BE49-F238E27FC236}">
                <a16:creationId xmlns:a16="http://schemas.microsoft.com/office/drawing/2014/main" id="{8A3F01E9-2309-BE49-51AA-FB421D3FBDEC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151515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mark3">
            <a:extLst>
              <a:ext uri="{FF2B5EF4-FFF2-40B4-BE49-F238E27FC236}">
                <a16:creationId xmlns:a16="http://schemas.microsoft.com/office/drawing/2014/main" id="{39A8736E-A8ED-AF02-D777-190BB2487A05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151515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secbar">
            <a:extLst>
              <a:ext uri="{FF2B5EF4-FFF2-40B4-BE49-F238E27FC236}">
                <a16:creationId xmlns:a16="http://schemas.microsoft.com/office/drawing/2014/main" id="{FFFC7D97-5066-BB32-5461-BA0D20BF3141}"/>
              </a:ext>
            </a:extLst>
          </p:cNvPr>
          <p:cNvSpPr/>
          <p:nvPr/>
        </p:nvSpPr>
        <p:spPr>
          <a:xfrm>
            <a:off x="609600" y="1803400"/>
            <a:ext cx="1219200" cy="266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ectext">
            <a:extLst>
              <a:ext uri="{FF2B5EF4-FFF2-40B4-BE49-F238E27FC236}">
                <a16:creationId xmlns:a16="http://schemas.microsoft.com/office/drawing/2014/main" id="{08D96125-84A7-BE81-FBFD-C3DAE7892B78}"/>
              </a:ext>
            </a:extLst>
          </p:cNvPr>
          <p:cNvSpPr txBox="1"/>
          <p:nvPr/>
        </p:nvSpPr>
        <p:spPr>
          <a:xfrm>
            <a:off x="609600" y="18034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00">
                <a:solidFill>
                  <a:srgbClr val="FFFFFF"/>
                </a:solidFill>
                <a:latin typeface="Arial Narrow" panose="020B0606020202030204" pitchFamily="34" charset="0"/>
              </a:rPr>
              <a:t>D A T A     0 1 </a:t>
            </a:r>
            <a:endParaRPr lang="zh-CN" altLang="en-US" sz="9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570C51F-B1F5-774C-A032-C807DD99B94C}"/>
              </a:ext>
            </a:extLst>
          </p:cNvPr>
          <p:cNvSpPr txBox="1"/>
          <p:nvPr/>
        </p:nvSpPr>
        <p:spPr>
          <a:xfrm>
            <a:off x="609600" y="22352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400">
                <a:solidFill>
                  <a:srgbClr val="15151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数 据 页 标 题 占 位 </a:t>
            </a:r>
          </a:p>
        </p:txBody>
      </p:sp>
      <p:sp>
        <p:nvSpPr>
          <p:cNvPr id="9" name="kicker">
            <a:extLst>
              <a:ext uri="{FF2B5EF4-FFF2-40B4-BE49-F238E27FC236}">
                <a16:creationId xmlns:a16="http://schemas.microsoft.com/office/drawing/2014/main" id="{E7609289-6614-F35B-BC19-AF10C5C0D1FF}"/>
              </a:ext>
            </a:extLst>
          </p:cNvPr>
          <p:cNvSpPr txBox="1"/>
          <p:nvPr/>
        </p:nvSpPr>
        <p:spPr>
          <a:xfrm>
            <a:off x="8890000" y="22352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单 位 ： </a:t>
            </a:r>
            <a:r>
              <a:rPr lang="en-US" altLang="zh-CN" sz="1000">
                <a:solidFill>
                  <a:srgbClr val="6B6A66"/>
                </a:solidFill>
                <a:latin typeface="Arial Narrow" panose="020B0606020202030204" pitchFamily="34" charset="0"/>
              </a:rPr>
              <a:t>%       </a:t>
            </a:r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周 期 ： 待 填 写 </a:t>
            </a:r>
          </a:p>
        </p:txBody>
      </p:sp>
      <p:sp>
        <p:nvSpPr>
          <p:cNvPr id="10" name="headrule">
            <a:extLst>
              <a:ext uri="{FF2B5EF4-FFF2-40B4-BE49-F238E27FC236}">
                <a16:creationId xmlns:a16="http://schemas.microsoft.com/office/drawing/2014/main" id="{3F6F1094-9923-CF1B-E97F-75378CEC8482}"/>
              </a:ext>
            </a:extLst>
          </p:cNvPr>
          <p:cNvSpPr/>
          <p:nvPr/>
        </p:nvSpPr>
        <p:spPr>
          <a:xfrm>
            <a:off x="609600" y="3149600"/>
            <a:ext cx="10972800" cy="12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dgrid">
            <a:extLst>
              <a:ext uri="{FF2B5EF4-FFF2-40B4-BE49-F238E27FC236}">
                <a16:creationId xmlns:a16="http://schemas.microsoft.com/office/drawing/2014/main" id="{630BCDC8-BB56-C4C3-F081-2FF1D60AA04E}"/>
              </a:ext>
            </a:extLst>
          </p:cNvPr>
          <p:cNvSpPr/>
          <p:nvPr/>
        </p:nvSpPr>
        <p:spPr>
          <a:xfrm>
            <a:off x="1016000" y="2997200"/>
            <a:ext cx="10160000" cy="12700"/>
          </a:xfrm>
          <a:prstGeom prst="rect">
            <a:avLst/>
          </a:prstGeom>
          <a:solidFill>
            <a:srgbClr val="D3D2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axis">
            <a:extLst>
              <a:ext uri="{FF2B5EF4-FFF2-40B4-BE49-F238E27FC236}">
                <a16:creationId xmlns:a16="http://schemas.microsoft.com/office/drawing/2014/main" id="{C67C5CC1-2539-C4F6-6F92-9FD85408397C}"/>
              </a:ext>
            </a:extLst>
          </p:cNvPr>
          <p:cNvSpPr/>
          <p:nvPr/>
        </p:nvSpPr>
        <p:spPr>
          <a:xfrm>
            <a:off x="1016000" y="5080000"/>
            <a:ext cx="10160000" cy="12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bar0">
            <a:extLst>
              <a:ext uri="{FF2B5EF4-FFF2-40B4-BE49-F238E27FC236}">
                <a16:creationId xmlns:a16="http://schemas.microsoft.com/office/drawing/2014/main" id="{712BB852-AA8F-9507-2AAD-647D40A9084F}"/>
              </a:ext>
            </a:extLst>
          </p:cNvPr>
          <p:cNvSpPr/>
          <p:nvPr/>
        </p:nvSpPr>
        <p:spPr>
          <a:xfrm>
            <a:off x="1714500" y="3886200"/>
            <a:ext cx="1270000" cy="11938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val0">
            <a:extLst>
              <a:ext uri="{FF2B5EF4-FFF2-40B4-BE49-F238E27FC236}">
                <a16:creationId xmlns:a16="http://schemas.microsoft.com/office/drawing/2014/main" id="{A1A890AD-A3E2-54E2-EB84-8D2A18A0D33D}"/>
              </a:ext>
            </a:extLst>
          </p:cNvPr>
          <p:cNvSpPr txBox="1"/>
          <p:nvPr/>
        </p:nvSpPr>
        <p:spPr>
          <a:xfrm>
            <a:off x="1524000" y="34798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151515"/>
                </a:solidFill>
                <a:latin typeface="Bahnschrift" panose="020B0502040204020203" pitchFamily="34" charset="0"/>
              </a:rPr>
              <a:t>136</a:t>
            </a:r>
            <a:endParaRPr lang="zh-CN" altLang="en-US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cat0">
            <a:extLst>
              <a:ext uri="{FF2B5EF4-FFF2-40B4-BE49-F238E27FC236}">
                <a16:creationId xmlns:a16="http://schemas.microsoft.com/office/drawing/2014/main" id="{35A830C2-4CCE-7CF4-3F71-FD7642A00447}"/>
              </a:ext>
            </a:extLst>
          </p:cNvPr>
          <p:cNvSpPr txBox="1"/>
          <p:nvPr/>
        </p:nvSpPr>
        <p:spPr>
          <a:xfrm>
            <a:off x="1524000" y="5207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项目一</a:t>
            </a:r>
          </a:p>
        </p:txBody>
      </p:sp>
      <p:sp>
        <p:nvSpPr>
          <p:cNvPr id="16" name="bar1">
            <a:extLst>
              <a:ext uri="{FF2B5EF4-FFF2-40B4-BE49-F238E27FC236}">
                <a16:creationId xmlns:a16="http://schemas.microsoft.com/office/drawing/2014/main" id="{C71473A8-2E64-EB9A-9436-0CB64F5874BD}"/>
              </a:ext>
            </a:extLst>
          </p:cNvPr>
          <p:cNvSpPr/>
          <p:nvPr/>
        </p:nvSpPr>
        <p:spPr>
          <a:xfrm>
            <a:off x="4254500" y="3556000"/>
            <a:ext cx="1270000" cy="1524000"/>
          </a:xfrm>
          <a:prstGeom prst="rect">
            <a:avLst/>
          </a:prstGeom>
          <a:solidFill>
            <a:srgbClr val="C0A1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val1">
            <a:extLst>
              <a:ext uri="{FF2B5EF4-FFF2-40B4-BE49-F238E27FC236}">
                <a16:creationId xmlns:a16="http://schemas.microsoft.com/office/drawing/2014/main" id="{C104E27F-D3AF-F460-854E-512B6348AB50}"/>
              </a:ext>
            </a:extLst>
          </p:cNvPr>
          <p:cNvSpPr txBox="1"/>
          <p:nvPr/>
        </p:nvSpPr>
        <p:spPr>
          <a:xfrm>
            <a:off x="4064000" y="3149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151515"/>
                </a:solidFill>
                <a:latin typeface="Bahnschrift" panose="020B0502040204020203" pitchFamily="34" charset="0"/>
              </a:rPr>
              <a:t>152</a:t>
            </a:r>
            <a:endParaRPr lang="zh-CN" altLang="en-US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cat1">
            <a:extLst>
              <a:ext uri="{FF2B5EF4-FFF2-40B4-BE49-F238E27FC236}">
                <a16:creationId xmlns:a16="http://schemas.microsoft.com/office/drawing/2014/main" id="{C3D18BAB-527D-6E1C-1682-3DF46F50970D}"/>
              </a:ext>
            </a:extLst>
          </p:cNvPr>
          <p:cNvSpPr txBox="1"/>
          <p:nvPr/>
        </p:nvSpPr>
        <p:spPr>
          <a:xfrm>
            <a:off x="4064000" y="5207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项目二</a:t>
            </a:r>
          </a:p>
        </p:txBody>
      </p:sp>
      <p:sp>
        <p:nvSpPr>
          <p:cNvPr id="19" name="bar2">
            <a:extLst>
              <a:ext uri="{FF2B5EF4-FFF2-40B4-BE49-F238E27FC236}">
                <a16:creationId xmlns:a16="http://schemas.microsoft.com/office/drawing/2014/main" id="{C98FC6DC-5562-DF84-2537-22DB0DAAACF1}"/>
              </a:ext>
            </a:extLst>
          </p:cNvPr>
          <p:cNvSpPr/>
          <p:nvPr/>
        </p:nvSpPr>
        <p:spPr>
          <a:xfrm>
            <a:off x="6794500" y="4165600"/>
            <a:ext cx="1270000" cy="9144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val2">
            <a:extLst>
              <a:ext uri="{FF2B5EF4-FFF2-40B4-BE49-F238E27FC236}">
                <a16:creationId xmlns:a16="http://schemas.microsoft.com/office/drawing/2014/main" id="{51B5629C-F82A-D150-7356-9D4FA55C6641}"/>
              </a:ext>
            </a:extLst>
          </p:cNvPr>
          <p:cNvSpPr txBox="1"/>
          <p:nvPr/>
        </p:nvSpPr>
        <p:spPr>
          <a:xfrm>
            <a:off x="6604000" y="37592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151515"/>
                </a:solidFill>
                <a:latin typeface="Bahnschrift" panose="020B0502040204020203" pitchFamily="34" charset="0"/>
              </a:rPr>
              <a:t>118</a:t>
            </a:r>
            <a:endParaRPr lang="zh-CN" altLang="en-US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cat2">
            <a:extLst>
              <a:ext uri="{FF2B5EF4-FFF2-40B4-BE49-F238E27FC236}">
                <a16:creationId xmlns:a16="http://schemas.microsoft.com/office/drawing/2014/main" id="{CECDED08-2437-F36E-C6D3-46F0EC08DAC5}"/>
              </a:ext>
            </a:extLst>
          </p:cNvPr>
          <p:cNvSpPr txBox="1"/>
          <p:nvPr/>
        </p:nvSpPr>
        <p:spPr>
          <a:xfrm>
            <a:off x="6604000" y="5207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项目三</a:t>
            </a:r>
          </a:p>
        </p:txBody>
      </p:sp>
      <p:sp>
        <p:nvSpPr>
          <p:cNvPr id="22" name="bar3">
            <a:extLst>
              <a:ext uri="{FF2B5EF4-FFF2-40B4-BE49-F238E27FC236}">
                <a16:creationId xmlns:a16="http://schemas.microsoft.com/office/drawing/2014/main" id="{6BDF68F1-F60B-F808-B22F-C113F93A6CFF}"/>
              </a:ext>
            </a:extLst>
          </p:cNvPr>
          <p:cNvSpPr/>
          <p:nvPr/>
        </p:nvSpPr>
        <p:spPr>
          <a:xfrm>
            <a:off x="9334500" y="3302000"/>
            <a:ext cx="1270000" cy="17780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val3">
            <a:extLst>
              <a:ext uri="{FF2B5EF4-FFF2-40B4-BE49-F238E27FC236}">
                <a16:creationId xmlns:a16="http://schemas.microsoft.com/office/drawing/2014/main" id="{18EFEB01-90CD-348F-1C48-B47A28FD3793}"/>
              </a:ext>
            </a:extLst>
          </p:cNvPr>
          <p:cNvSpPr txBox="1"/>
          <p:nvPr/>
        </p:nvSpPr>
        <p:spPr>
          <a:xfrm>
            <a:off x="9144000" y="2895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151515"/>
                </a:solidFill>
                <a:latin typeface="Bahnschrift" panose="020B0502040204020203" pitchFamily="34" charset="0"/>
              </a:rPr>
              <a:t>173</a:t>
            </a:r>
            <a:endParaRPr lang="zh-CN" altLang="en-US">
              <a:solidFill>
                <a:srgbClr val="151515"/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cat3">
            <a:extLst>
              <a:ext uri="{FF2B5EF4-FFF2-40B4-BE49-F238E27FC236}">
                <a16:creationId xmlns:a16="http://schemas.microsoft.com/office/drawing/2014/main" id="{5B7FDF15-CD40-DD5D-C2A8-CBCC4E34F148}"/>
              </a:ext>
            </a:extLst>
          </p:cNvPr>
          <p:cNvSpPr txBox="1"/>
          <p:nvPr/>
        </p:nvSpPr>
        <p:spPr>
          <a:xfrm>
            <a:off x="9144000" y="5207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200">
                <a:solidFill>
                  <a:srgbClr val="6B6A66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项目四</a:t>
            </a:r>
          </a:p>
        </p:txBody>
      </p:sp>
      <p:sp>
        <p:nvSpPr>
          <p:cNvPr id="25" name="dread">
            <a:extLst>
              <a:ext uri="{FF2B5EF4-FFF2-40B4-BE49-F238E27FC236}">
                <a16:creationId xmlns:a16="http://schemas.microsoft.com/office/drawing/2014/main" id="{2271E275-80C9-2F3F-E75E-AC6B1C0FCBAD}"/>
              </a:ext>
            </a:extLst>
          </p:cNvPr>
          <p:cNvSpPr txBox="1"/>
          <p:nvPr/>
        </p:nvSpPr>
        <p:spPr>
          <a:xfrm>
            <a:off x="609600" y="5740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151515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读解：指出最高值与异常点，并给出对应的下一步动作。</a:t>
            </a:r>
          </a:p>
        </p:txBody>
      </p:sp>
      <p:sp>
        <p:nvSpPr>
          <p:cNvPr id="26" name="dnote">
            <a:extLst>
              <a:ext uri="{FF2B5EF4-FFF2-40B4-BE49-F238E27FC236}">
                <a16:creationId xmlns:a16="http://schemas.microsoft.com/office/drawing/2014/main" id="{2BE42B54-45E2-E23C-962F-441110545A38}"/>
              </a:ext>
            </a:extLst>
          </p:cNvPr>
          <p:cNvSpPr txBox="1"/>
          <p:nvPr/>
        </p:nvSpPr>
        <p:spPr>
          <a:xfrm>
            <a:off x="609600" y="6172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6B6A66"/>
                </a:solidFill>
                <a:latin typeface="Arial Narrow" panose="020B0606020202030204" pitchFamily="34" charset="0"/>
              </a:rPr>
              <a:t>来 源 ： 待 填 写       样 本 ： 待 填 写       统 计 窗 口 ： 待 填 写 </a:t>
            </a:r>
          </a:p>
        </p:txBody>
      </p:sp>
      <p:sp>
        <p:nvSpPr>
          <p:cNvPr id="27" name="footer">
            <a:extLst>
              <a:ext uri="{FF2B5EF4-FFF2-40B4-BE49-F238E27FC236}">
                <a16:creationId xmlns:a16="http://schemas.microsoft.com/office/drawing/2014/main" id="{452E8382-7AD2-F1DD-6309-699DB9F4F88A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151515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151515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footerbar">
            <a:extLst>
              <a:ext uri="{FF2B5EF4-FFF2-40B4-BE49-F238E27FC236}">
                <a16:creationId xmlns:a16="http://schemas.microsoft.com/office/drawing/2014/main" id="{8E570DC3-8878-C17C-034F-8ABFD04782CC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15151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51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430204A0-F8BA-FF9E-B5A4-07D7FD9DB1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mark1">
            <a:extLst>
              <a:ext uri="{FF2B5EF4-FFF2-40B4-BE49-F238E27FC236}">
                <a16:creationId xmlns:a16="http://schemas.microsoft.com/office/drawing/2014/main" id="{6BFDD995-2101-14B4-B4C7-FA20BD100977}"/>
              </a:ext>
            </a:extLst>
          </p:cNvPr>
          <p:cNvSpPr txBox="1"/>
          <p:nvPr/>
        </p:nvSpPr>
        <p:spPr>
          <a:xfrm>
            <a:off x="609600" y="431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t-BR" altLang="zh-CN" sz="2400">
                <a:solidFill>
                  <a:srgbClr val="FFFFFF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240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mark2">
            <a:extLst>
              <a:ext uri="{FF2B5EF4-FFF2-40B4-BE49-F238E27FC236}">
                <a16:creationId xmlns:a16="http://schemas.microsoft.com/office/drawing/2014/main" id="{F27E4178-32EB-4191-A437-A44B07193FED}"/>
              </a:ext>
            </a:extLst>
          </p:cNvPr>
          <p:cNvSpPr txBox="1"/>
          <p:nvPr/>
        </p:nvSpPr>
        <p:spPr>
          <a:xfrm>
            <a:off x="609600" y="812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000">
                <a:solidFill>
                  <a:srgbClr val="FFFFFF"/>
                </a:solidFill>
                <a:latin typeface="Arial Narrow" panose="020B0606020202030204" pitchFamily="34" charset="0"/>
              </a:rPr>
              <a:t>S Y N T H E S I Z E     I N F O R M A T I O N </a:t>
            </a:r>
            <a:endParaRPr lang="zh-CN" altLang="en-US" sz="10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mark3">
            <a:extLst>
              <a:ext uri="{FF2B5EF4-FFF2-40B4-BE49-F238E27FC236}">
                <a16:creationId xmlns:a16="http://schemas.microsoft.com/office/drawing/2014/main" id="{BCA31185-A716-EE7D-9B1C-AFB402AC4D6F}"/>
              </a:ext>
            </a:extLst>
          </p:cNvPr>
          <p:cNvSpPr txBox="1"/>
          <p:nvPr/>
        </p:nvSpPr>
        <p:spPr>
          <a:xfrm>
            <a:off x="609600" y="109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pt-BR" altLang="zh-CN" sz="1400">
                <a:solidFill>
                  <a:srgbClr val="FFFFFF"/>
                </a:solidFill>
                <a:latin typeface="Arial Narrow" panose="020B0606020202030204" pitchFamily="34" charset="0"/>
              </a:rPr>
              <a:t>A N A L Y S I S       O S </a:t>
            </a:r>
            <a:endParaRPr lang="zh-CN" altLang="en-US" sz="14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ekick">
            <a:extLst>
              <a:ext uri="{FF2B5EF4-FFF2-40B4-BE49-F238E27FC236}">
                <a16:creationId xmlns:a16="http://schemas.microsoft.com/office/drawing/2014/main" id="{5793ECD0-7645-2E1A-E4DF-9037FD65291F}"/>
              </a:ext>
            </a:extLst>
          </p:cNvPr>
          <p:cNvSpPr txBox="1"/>
          <p:nvPr/>
        </p:nvSpPr>
        <p:spPr>
          <a:xfrm>
            <a:off x="609600" y="22352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500">
                <a:solidFill>
                  <a:srgbClr val="FFFFFF"/>
                </a:solidFill>
                <a:latin typeface="Arial Narrow" panose="020B0606020202030204" pitchFamily="34" charset="0"/>
              </a:rPr>
              <a:t>T H A N K   Y O U     /     </a:t>
            </a:r>
            <a:r>
              <a:rPr lang="zh-CN" altLang="en-US" sz="1500">
                <a:solidFill>
                  <a:srgbClr val="FFFFFF"/>
                </a:solidFill>
                <a:latin typeface="Arial Narrow" panose="020B0606020202030204" pitchFamily="34" charset="0"/>
              </a:rPr>
              <a:t>致 谢 </a:t>
            </a:r>
          </a:p>
        </p:txBody>
      </p:sp>
      <p:sp>
        <p:nvSpPr>
          <p:cNvPr id="7" name="eband">
            <a:extLst>
              <a:ext uri="{FF2B5EF4-FFF2-40B4-BE49-F238E27FC236}">
                <a16:creationId xmlns:a16="http://schemas.microsoft.com/office/drawing/2014/main" id="{7A4560F1-3955-7344-307E-F32BF3088593}"/>
              </a:ext>
            </a:extLst>
          </p:cNvPr>
          <p:cNvSpPr/>
          <p:nvPr/>
        </p:nvSpPr>
        <p:spPr>
          <a:xfrm>
            <a:off x="609600" y="2946400"/>
            <a:ext cx="5842000" cy="584200"/>
          </a:xfrm>
          <a:prstGeom prst="rect">
            <a:avLst/>
          </a:prstGeom>
          <a:solidFill>
            <a:srgbClr val="C0A1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ebandtxt">
            <a:extLst>
              <a:ext uri="{FF2B5EF4-FFF2-40B4-BE49-F238E27FC236}">
                <a16:creationId xmlns:a16="http://schemas.microsoft.com/office/drawing/2014/main" id="{25562727-3C3D-70D2-35F5-5494C4A9BA79}"/>
              </a:ext>
            </a:extLst>
          </p:cNvPr>
          <p:cNvSpPr txBox="1"/>
          <p:nvPr/>
        </p:nvSpPr>
        <p:spPr>
          <a:xfrm>
            <a:off x="609600" y="29464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000">
                <a:solidFill>
                  <a:srgbClr val="151515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联 系 与 署 名 占 位 </a:t>
            </a:r>
          </a:p>
        </p:txBody>
      </p:sp>
      <p:sp>
        <p:nvSpPr>
          <p:cNvPr id="9" name="emark">
            <a:extLst>
              <a:ext uri="{FF2B5EF4-FFF2-40B4-BE49-F238E27FC236}">
                <a16:creationId xmlns:a16="http://schemas.microsoft.com/office/drawing/2014/main" id="{88D4D288-5ADB-16E6-56B7-F1B3EB36A544}"/>
              </a:ext>
            </a:extLst>
          </p:cNvPr>
          <p:cNvSpPr txBox="1"/>
          <p:nvPr/>
        </p:nvSpPr>
        <p:spPr>
          <a:xfrm>
            <a:off x="609600" y="3759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altLang="zh-CN" sz="3400">
                <a:solidFill>
                  <a:srgbClr val="FFFFFF"/>
                </a:solidFill>
                <a:latin typeface="Bahnschrift" panose="020B0502040204020203" pitchFamily="34" charset="0"/>
              </a:rPr>
              <a:t>R H I N E   L A B </a:t>
            </a:r>
            <a:endParaRPr lang="zh-CN" altLang="en-US" sz="340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erule">
            <a:extLst>
              <a:ext uri="{FF2B5EF4-FFF2-40B4-BE49-F238E27FC236}">
                <a16:creationId xmlns:a16="http://schemas.microsoft.com/office/drawing/2014/main" id="{F2A503D3-0C27-B350-A47E-30ABEEBB32A0}"/>
              </a:ext>
            </a:extLst>
          </p:cNvPr>
          <p:cNvSpPr/>
          <p:nvPr/>
        </p:nvSpPr>
        <p:spPr>
          <a:xfrm>
            <a:off x="609600" y="5029200"/>
            <a:ext cx="10972800" cy="12700"/>
          </a:xfrm>
          <a:prstGeom prst="rect">
            <a:avLst/>
          </a:prstGeom>
          <a:solidFill>
            <a:srgbClr val="FFFFFF">
              <a:alpha val="3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enote">
            <a:extLst>
              <a:ext uri="{FF2B5EF4-FFF2-40B4-BE49-F238E27FC236}">
                <a16:creationId xmlns:a16="http://schemas.microsoft.com/office/drawing/2014/main" id="{58BD9546-7989-716C-2632-3E792E160AD0}"/>
              </a:ext>
            </a:extLst>
          </p:cNvPr>
          <p:cNvSpPr txBox="1"/>
          <p:nvPr/>
        </p:nvSpPr>
        <p:spPr>
          <a:xfrm>
            <a:off x="609600" y="5232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>
                <a:solidFill>
                  <a:srgbClr val="8C8A85"/>
                </a:solidFill>
                <a:latin typeface="Arial Narrow" panose="020B0606020202030204" pitchFamily="34" charset="0"/>
              </a:rPr>
              <a:t>C O N F I D E N T I A L I T Y :   B U S I N E S S   U S E       ·       </a:t>
            </a:r>
            <a:r>
              <a:rPr lang="zh-CN" altLang="en-US" sz="1000">
                <a:solidFill>
                  <a:srgbClr val="8C8A85"/>
                </a:solidFill>
                <a:latin typeface="Arial Narrow" panose="020B0606020202030204" pitchFamily="34" charset="0"/>
              </a:rPr>
              <a:t>本 页 信 息 仅 限 内 部 使 用 </a:t>
            </a: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D3FE5448-5BCA-4690-FA5D-58FF18614066}"/>
              </a:ext>
            </a:extLst>
          </p:cNvPr>
          <p:cNvSpPr txBox="1"/>
          <p:nvPr/>
        </p:nvSpPr>
        <p:spPr>
          <a:xfrm>
            <a:off x="8128000" y="624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altLang="zh-CN" sz="900">
                <a:solidFill>
                  <a:srgbClr val="FFFFFF"/>
                </a:solidFill>
                <a:latin typeface="Arial Narrow" panose="020B0606020202030204" pitchFamily="34" charset="0"/>
              </a:rPr>
              <a:t>P O W E R E D   B Y   R H I N E   L A B </a:t>
            </a:r>
            <a:endParaRPr lang="zh-CN" altLang="en-US" sz="90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footerbar">
            <a:extLst>
              <a:ext uri="{FF2B5EF4-FFF2-40B4-BE49-F238E27FC236}">
                <a16:creationId xmlns:a16="http://schemas.microsoft.com/office/drawing/2014/main" id="{8326B8C7-12E6-1B1E-FCDE-E3EE1BE6B97A}"/>
              </a:ext>
            </a:extLst>
          </p:cNvPr>
          <p:cNvSpPr/>
          <p:nvPr/>
        </p:nvSpPr>
        <p:spPr>
          <a:xfrm>
            <a:off x="10998200" y="6299200"/>
            <a:ext cx="584200" cy="139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7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自定义</PresentationFormat>
  <Paragraphs>89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等线 Light</vt:lpstr>
      <vt:lpstr>思源黑体 CN Bold</vt:lpstr>
      <vt:lpstr>思源黑体 CN Heavy</vt:lpstr>
      <vt:lpstr>思源黑体 CN Normal</vt:lpstr>
      <vt:lpstr>思源黑体 CN Regular</vt:lpstr>
      <vt:lpstr>Arial</vt:lpstr>
      <vt:lpstr>Arial Narrow</vt:lpstr>
      <vt:lpstr>Bahnschrift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河 南</dc:creator>
  <cp:lastModifiedBy>河 南</cp:lastModifiedBy>
  <cp:revision>1</cp:revision>
  <dcterms:created xsi:type="dcterms:W3CDTF">2026-09-23T13:44:19Z</dcterms:created>
  <dcterms:modified xsi:type="dcterms:W3CDTF">2026-09-23T13:44:19Z</dcterms:modified>
</cp:coreProperties>
</file>